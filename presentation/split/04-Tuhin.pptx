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Tuhin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investigator: turning a run into knowledge</a:t>
            </a:r>
            <a:endParaRPr lang="en-US" sz="3000" dirty="0"/>
          </a:p>
        </p:txBody>
      </p:sp>
      <p:pic>
        <p:nvPicPr>
          <p:cNvPr id="5" name="Image 0" descr="D:\Projects\Exploratory-Testing-Planner-Agent\Report\BUET_CSE_Capstone_Project_Template\figures\06-investigator-trajectory-to-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11137392" cy="22037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given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45720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trajectory, the test's own objective, and the findings already recorded for those screens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94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539496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findings with a claim, evidence, severity, confidence and cited requirement ids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kinds of finding, and only two are defects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37944"/>
            <a:ext cx="11137392" cy="50292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8745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SPEC_VIOLATION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81728" y="187452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behaviour contradicts a cited requirement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774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SUSPECTED_DEFECT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81728" y="237744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wrong against universal expectations, no requirement covers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43784"/>
            <a:ext cx="11137392" cy="50292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8803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CONFIRMED_BEHAVIOUR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288036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working as specified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8328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UNEXPECTED_BEHAVIOUR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38328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or undocumented, needs judgement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11137392" cy="50292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88620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SPEC_GAP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388620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behaviour the requirements do not describe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38912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UNVERIFIED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438912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be determined this run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55464"/>
            <a:ext cx="11137392" cy="502920"/>
          </a:xfrm>
          <a:prstGeom prst="rect">
            <a:avLst/>
          </a:prstGeom>
          <a:solidFill>
            <a:srgbClr val="EDF3F5"/>
          </a:solidFill>
          <a:ln w="12700">
            <a:solidFill>
              <a:srgbClr val="ED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8920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CONTROL_DISCOVERED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489204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or screen observed at runtime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53949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AGENT_DIFFICULTY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81728" y="5394960"/>
            <a:ext cx="6793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agent struggled here, never app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137392" cy="566928"/>
          </a:xfrm>
          <a:prstGeom prst="roundRect">
            <a:avLst>
              <a:gd name="adj" fmla="val 9677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59893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two ever reach a defect report. The rest are knowledge, and a spec gap is a finding about the specification, not the app.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finding, seen three times, is not three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times_seen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observation raises the count on the existing finding instead of creating a near duplicate.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920240"/>
            <a:ext cx="537667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62940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5603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independently observed three times across three runs carries weight that a claim asserted once does not.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111373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4526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close themselves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95604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investigator cannot settle something, it records an open question and the planner is steered to probe it. After three attempts it auto closes as inconclusive, which is a result a person can act on rather than an endless retry.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failure is the application's fault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6616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41248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wrong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· assertion failure · unresponsive · HTTP error · page error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0248" y="1874520"/>
            <a:ext cx="356616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2856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not drive 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 · timeout · navigation failure · livelock · stale element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91856" y="1874520"/>
            <a:ext cx="356616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84464" y="2121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56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blocked the test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· permission · CAPTCHA · guardrail · step limit · browser closed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137392" cy="914400"/>
          </a:xfrm>
          <a:prstGeom prst="roundRect">
            <a:avLst>
              <a:gd name="adj" fmla="val 6000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9377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is ever evidence about the application. Conflating them inflates the defect count, which is the most expensive error this system can make.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autonomy we reported.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8288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3127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truth.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06908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42519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had been defined in two places and the copies drifted. It is now three frozen sets in one module, imported everywhere, and a configuration guard asserts they stay disjoint.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does it cry wolf?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4406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published agent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 defects reported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a human team's 80.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57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52 to 66% accuracy, where the humans were at 100%. Two in five of its reports were false.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22392" cy="3383280"/>
          </a:xfrm>
          <a:prstGeom prst="roundRect">
            <a:avLst>
              <a:gd name="adj" fmla="val 1622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Ours, on the live site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flagged what looked like a serious access control hole.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checked. It was gated by the site's own privacy setting, working as designed.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did not report it.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CSE 450 Capstone Team</cp:lastModifiedBy>
  <cp:revision>1</cp:revision>
  <dcterms:created xsi:type="dcterms:W3CDTF">2026-09-29T18:34:22Z</dcterms:created>
  <dcterms:modified xsi:type="dcterms:W3CDTF">2026-09-29T18:34:22Z</dcterms:modified>
</cp:coreProperties>
</file>