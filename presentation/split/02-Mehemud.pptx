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slide. Skip the middle two rows if running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'But notice the planner never writes the steps, only the goal.'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planner: choose the single most valuable next 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338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see the screen. Everything it knows, it reads from the graph.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default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0779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state machine. Fixed retrieval rounds, then one generation call.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9202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9672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mode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90779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calls graph tools itself and reads each answer before asking the next question.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137392" cy="1371600"/>
          </a:xfrm>
          <a:prstGeom prst="roundRect">
            <a:avLst>
              <a:gd name="adj" fmla="val 40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617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shipped. One setting switches them, and both produce the same output contract, so a campaign can be run on each and compared without touching the executor.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planner is allowed to ask the graph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338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tools, each answering one question. A tool whose source is empty is never registered.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11137392" cy="566928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search_requirements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498848" y="1920240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keyword search over the ingested specification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8716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list_untested_requirements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2487168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frontier: what no executed test covers yet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137392" cy="566928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5409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get_screen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3054096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controls observed on one screen of the running app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62102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list_screens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3621024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the agent has actually seen, with visit counts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137392" cy="566928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1879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list_findings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4187952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previous runs already established about this app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7548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get_coverage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4754880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so far, and which areas repeatedly fail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85232"/>
            <a:ext cx="11137392" cy="566928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3218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get_nav_path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98848" y="5321808"/>
            <a:ext cx="6976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to a screen the executor has already walked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137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blank answer can never mislead the model into planning against something that is not there.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planning round, turn by turn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11373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12264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12264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0482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frontier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3957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search_requirements, list_untested_requirements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111373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82112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1821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118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is real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465576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get_screen and list_screens, so the named screen exists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111373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51960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4187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5354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list_findings and get_coverage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84064"/>
            <a:ext cx="111373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321808"/>
            <a:ext cx="1143000" cy="475488"/>
          </a:xfrm>
          <a:prstGeom prst="roundRect">
            <a:avLst>
              <a:gd name="adj" fmla="val 19231"/>
            </a:avLst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3218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onward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5257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 commit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56052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 choice is pinned to propose_test_case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of 12 turns. A model left free will investigate to the ceiling and never commit: we watched it do exactly that on the first live run.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planner actually emits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338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case in plain language, never a tap sequence.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32120" cy="4023360"/>
          </a:xfrm>
          <a:prstGeom prst="roundRect">
            <a:avLst>
              <a:gd name="adj" fmla="val 1364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expected_result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preconditions[]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screen_hint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test_type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requirement_ids[]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330952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7512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95728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“Verify that a survey cannot be submitted while a required question is unanswered, and that the error names the question.”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requirement_ids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FR-RESP-03, FR-RESP-07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846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identifiers are what make requirement coverage reportable at all, instead of activity coverage as a proxy.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a device unvalidated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30552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208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must exist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59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screens actually observed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449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must exist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83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identifiers are rejected, not silently stored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178808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duplicate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074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check against tests already executed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46904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202936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93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 must be reachable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315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that depends on a state nobody can create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137392" cy="566928"/>
          </a:xfrm>
          <a:prstGeom prst="roundRect">
            <a:avLst>
              <a:gd name="adj" fmla="val 967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60350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rejections and the best effort is accepted with a recorded degradation. A round never returns nothing.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7373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383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proposals named a screen that really existed, under the first planner design.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92240" y="192024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was structural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542032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planner chose what to fetch next without having read what it just fetched. Only a one line note came back.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39319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redesign: one rejection across eight test cases.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Android agent: driving a real handset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338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mobilerun, over the Android Debug Bridge and the accessibility service.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11137392" cy="603504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745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MobileAgent + AndroidDriver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681728" y="1874520"/>
            <a:ext cx="6793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loop and the device connection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780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accessibility tree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2478024"/>
            <a:ext cx="6793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with its role, text and content description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137392" cy="603504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8152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 each step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3081528"/>
            <a:ext cx="6793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can ground an action it cannot name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685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RecordUIStateEvent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685032"/>
            <a:ext cx="6793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subscribes to the event stream as it runs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137392" cy="603504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2885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normalize_ui_state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4288536"/>
            <a:ext cx="6793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observed screen is normalised before it reaches the graph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50749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addressed by role and name, never by pixel coordinates.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422392" cy="1051560"/>
          </a:xfrm>
          <a:prstGeom prst="roundRect">
            <a:avLst>
              <a:gd name="adj" fmla="val 521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50749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50 device actions per test, about 20 seconds per step.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a screen we have seen before?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3385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must be matched to the app model or added to it. Five tests, cheapest first.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signature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854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comparison of the structural key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063240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Jaccard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081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dynamic chrome such as counters and timestamps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0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5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959352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captured before its late painting chrome arrives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5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4855464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44752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containment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4873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id and class only: same widgets, different values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0" y="4873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5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550408"/>
            <a:ext cx="11137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" y="5751576"/>
            <a:ext cx="402336" cy="402336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5751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44752" y="57698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5769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 when the accessibility tree is too thin to describe the screen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0" y="5769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5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172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too eagerly and the map collapses. Split too eagerly and it is destroyed: one wizard produced nine states before this cascade existed.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CSE 450 Capstone Team</cp:lastModifiedBy>
  <cp:revision>1</cp:revision>
  <dcterms:created xsi:type="dcterms:W3CDTF">2026-09-29T18:34:22Z</dcterms:created>
  <dcterms:modified xsi:type="dcterms:W3CDTF">2026-09-29T18:34:22Z</dcterms:modified>
</cp:coreProperties>
</file>