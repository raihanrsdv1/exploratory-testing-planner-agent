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2368" y="420624"/>
            <a:ext cx="1883664" cy="384048"/>
          </a:xfrm>
          <a:prstGeom prst="roundRect">
            <a:avLst>
              <a:gd name="adj" fmla="val 50000"/>
            </a:avLst>
          </a:prstGeom>
          <a:solidFill>
            <a:srgbClr val="DCE8ED"/>
          </a:solidFill>
          <a:ln w="12700">
            <a:solidFill>
              <a:srgbClr val="DCE8ED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802368" y="420624"/>
            <a:ext cx="1883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Raihan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test. Each gives up something.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86000"/>
            <a:ext cx="201168" cy="201168"/>
          </a:xfrm>
          <a:prstGeom prst="ellipse">
            <a:avLst/>
          </a:prstGeom>
          <a:solidFill>
            <a:srgbClr val="1E6B45"/>
          </a:solidFill>
          <a:ln w="12700">
            <a:solidFill>
              <a:srgbClr val="1E6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70432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exploratory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real defects.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scale.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70248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62856" y="2286000"/>
            <a:ext cx="201168" cy="201168"/>
          </a:xfrm>
          <a:prstGeom prst="ellipse">
            <a:avLst/>
          </a:prstGeom>
          <a:solidFill>
            <a:srgbClr val="0B6A8F"/>
          </a:solidFill>
          <a:ln w="12700">
            <a:solidFill>
              <a:srgbClr val="0B6A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 automation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and cheap.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62856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checks what its author thought of.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91856" y="2011680"/>
            <a:ext cx="356616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286000"/>
            <a:ext cx="201168" cy="201168"/>
          </a:xfrm>
          <a:prstGeom prst="ellipse">
            <a:avLst/>
          </a:prstGeom>
          <a:solidFill>
            <a:srgbClr val="A9502C"/>
          </a:solidFill>
          <a:ln w="12700">
            <a:solidFill>
              <a:srgbClr val="A95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13648" y="22037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/ Monkey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84464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at scale.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84464" y="3310128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i="1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idea what correct looks like.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3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1600200"/>
            <a:ext cx="10332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tool can tell you an application crashed.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tell you it quietly charged</a:t>
            </a:r>
            <a:endParaRPr lang="en-US" sz="3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wrong account.”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43434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missing is an oracle: knowing what correct looks like.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8463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in our literature review ingests a specification. That is our position.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agents, one shared memory</a:t>
            </a:r>
            <a:endParaRPr lang="en-US" sz="3000" dirty="0"/>
          </a:p>
        </p:txBody>
      </p:sp>
      <p:pic>
        <p:nvPicPr>
          <p:cNvPr id="3" name="Image 0" descr="D:\Projects\Exploratory-Testing-Planner-Agent\Report\BUET_CSE_Capstone_Project_Template\figures\01-system-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463040"/>
            <a:ext cx="9326880" cy="49377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never talk to each other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41248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A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to test next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70248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62856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A95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4562856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real application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91856" y="1828800"/>
            <a:ext cx="356616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84464" y="2057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Investigator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8284464" y="2542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the run proved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11137392" cy="1600200"/>
          </a:xfrm>
          <a:prstGeom prst="roundRect">
            <a:avLst>
              <a:gd name="adj" fmla="val 3429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4400" y="409651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knowledge graph is the only channel between them.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4590288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C4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is stateless and rebuilt from the graph, so “learning” is something you can inspect. The graph either grew or it did not.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3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graphs in one store</a:t>
            </a:r>
            <a:endParaRPr lang="en-US" sz="3000" dirty="0"/>
          </a:p>
        </p:txBody>
      </p:sp>
      <p:pic>
        <p:nvPicPr>
          <p:cNvPr id="3" name="Image 0" descr="D:\Projects\Exploratory-Testing-Planner-Agent\Report\BUET_CSE_Capstone_Project_Template\figures\03-knowledge-graph-sch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554480"/>
            <a:ext cx="5943600" cy="34930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0B6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PRIORI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139696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validation rules, source chunks.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documents.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A95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POSTERIORI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94176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states, transitions, navigation paths, execution logs.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43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observation.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5257800"/>
            <a:ext cx="11137392" cy="841248"/>
          </a:xfrm>
          <a:prstGeom prst="roundRect">
            <a:avLst>
              <a:gd name="adj" fmla="val 6522"/>
            </a:avLst>
          </a:prstGeom>
          <a:solidFill>
            <a:srgbClr val="14303D"/>
          </a:solidFill>
          <a:ln w="12700">
            <a:solidFill>
              <a:srgbClr val="D5E0E5"/>
            </a:solidFill>
            <a:prstDash val="solid"/>
          </a:ln>
          <a:effectLst>
            <a:outerShdw sx="100000" sy="100000" kx="0" ky="0" algn="bl" rotWithShape="0" blurRad="101600" dist="12700" dir="5400000">
              <a:srgbClr val="14303D">
                <a:alpha val="7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914400" y="5376672"/>
            <a:ext cx="10424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cases and findings span both. Exploration is steered by the gap between them.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11247120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Testing Automation</dc:title>
  <dc:subject>PptxGenJS Presentation</dc:subject>
  <dc:creator>CSE 450 Capstone Team</dc:creator>
  <cp:lastModifiedBy>CSE 450 Capstone Team</cp:lastModifiedBy>
  <cp:revision>1</cp:revision>
  <dcterms:created xsi:type="dcterms:W3CDTF">2026-09-29T18:34:22Z</dcterms:created>
  <dcterms:modified xsi:type="dcterms:W3CDTF">2026-09-29T18:34:22Z</dcterms:modified>
</cp:coreProperties>
</file>