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450 CAPSTONE PROJECT  ·  DEPARTMENT OF CSE, BUET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Testing Automation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42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decides what to test, runs it, and learns from every run.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2452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Raihan Rashid · 2105046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 Azad · 2105014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 Mohiuddin Shanto · 2105060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Hasan Tuhin · 2105002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 Kumar Mondal · 2105044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422452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 B. M. Alim Al Islam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CSE, BUET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422452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R&amp;D Institute Bangladesh</a:t>
            </a:r>
            <a:endParaRPr lang="en-US" sz="1150" dirty="0"/>
          </a:p>
        </p:txBody>
      </p:sp>
      <p:pic>
        <p:nvPicPr>
          <p:cNvPr id="11" name="Image 0" descr="D:\Projects\Exploratory-Testing-Planner-Agent\Report\BUET_CSE_Capstone_Project_Template\figures\bu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73152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CSE 450 Capstone Team</cp:lastModifiedBy>
  <cp:revision>1</cp:revision>
  <dcterms:created xsi:type="dcterms:W3CDTF">2026-09-29T18:34:22Z</dcterms:created>
  <dcterms:modified xsi:type="dcterms:W3CDTF">2026-09-29T18:34:22Z</dcterms:modified>
</cp:coreProperties>
</file>